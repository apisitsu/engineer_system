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87d0890a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87d0890a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7d0890a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87d0890a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87d0890a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87d0890a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7d0890a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87d0890a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7d0890a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87d0890a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7d0890a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87d0890a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90775" y="1056600"/>
            <a:ext cx="163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BALL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75" y="63875"/>
            <a:ext cx="2398529" cy="231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9609" t="0"/>
          <a:stretch/>
        </p:blipFill>
        <p:spPr>
          <a:xfrm>
            <a:off x="201775" y="2571751"/>
            <a:ext cx="2588651" cy="23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575" y="308713"/>
            <a:ext cx="4036775" cy="45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3090775" y="1056600"/>
            <a:ext cx="163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RACE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975" y="152400"/>
            <a:ext cx="4114625" cy="4604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125" y="2807332"/>
            <a:ext cx="3830877" cy="21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2774847" cy="2502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97184" cy="21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11325"/>
            <a:ext cx="3560774" cy="18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820675" y="323575"/>
            <a:ext cx="250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RACE WITH LINNER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0875" y="152400"/>
            <a:ext cx="3517125" cy="387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114538" y="4337925"/>
            <a:ext cx="36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Linner thickness = 0.372mm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775" y="199375"/>
            <a:ext cx="2477999" cy="220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713175" y="675875"/>
            <a:ext cx="529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ASSY BEFORE SWAGE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50" y="2452452"/>
            <a:ext cx="4011058" cy="25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6483" y="1778575"/>
            <a:ext cx="4702891" cy="3016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1923900" y="147425"/>
            <a:ext cx="529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ASSY DURING SWAGE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21822" l="0" r="11418" t="19185"/>
          <a:stretch/>
        </p:blipFill>
        <p:spPr>
          <a:xfrm>
            <a:off x="936175" y="955900"/>
            <a:ext cx="7271649" cy="3918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1923900" y="147425"/>
            <a:ext cx="529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ASSY FINISH SWAGE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400" y="886325"/>
            <a:ext cx="7279196" cy="395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1923900" y="147425"/>
            <a:ext cx="529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ASSY AFTER SWAGE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75" y="1244125"/>
            <a:ext cx="3948299" cy="33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4374" y="1244125"/>
            <a:ext cx="4797225" cy="319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